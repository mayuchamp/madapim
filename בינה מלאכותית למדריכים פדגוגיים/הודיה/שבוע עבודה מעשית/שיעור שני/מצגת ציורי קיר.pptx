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>
        <p:scale>
          <a:sx n="85" d="100"/>
          <a:sy n="85" d="100"/>
        </p:scale>
        <p:origin x="-10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2E3D-BEAC-4316-88B9-8A674E2195DB}" type="datetimeFigureOut">
              <a:rPr lang="he-IL" smtClean="0"/>
              <a:t>י"ח/אדר ב/תשע"ו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1AC3-AD5C-4C6B-93A6-E2E1BA244A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141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2E3D-BEAC-4316-88B9-8A674E2195DB}" type="datetimeFigureOut">
              <a:rPr lang="he-IL" smtClean="0"/>
              <a:t>י"ח/אדר ב/תשע"ו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1AC3-AD5C-4C6B-93A6-E2E1BA244A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322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2E3D-BEAC-4316-88B9-8A674E2195DB}" type="datetimeFigureOut">
              <a:rPr lang="he-IL" smtClean="0"/>
              <a:t>י"ח/אדר ב/תשע"ו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1AC3-AD5C-4C6B-93A6-E2E1BA244A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86034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2E3D-BEAC-4316-88B9-8A674E2195DB}" type="datetimeFigureOut">
              <a:rPr lang="he-IL" smtClean="0"/>
              <a:t>י"ח/אדר ב/תשע"ו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1AC3-AD5C-4C6B-93A6-E2E1BA244A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7661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2E3D-BEAC-4316-88B9-8A674E2195DB}" type="datetimeFigureOut">
              <a:rPr lang="he-IL" smtClean="0"/>
              <a:t>י"ח/אדר ב/תשע"ו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1AC3-AD5C-4C6B-93A6-E2E1BA244A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20582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2E3D-BEAC-4316-88B9-8A674E2195DB}" type="datetimeFigureOut">
              <a:rPr lang="he-IL" smtClean="0"/>
              <a:t>י"ח/אדר ב/תשע"ו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1AC3-AD5C-4C6B-93A6-E2E1BA244A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5732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2E3D-BEAC-4316-88B9-8A674E2195DB}" type="datetimeFigureOut">
              <a:rPr lang="he-IL" smtClean="0"/>
              <a:t>י"ח/אדר ב/תשע"ו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1AC3-AD5C-4C6B-93A6-E2E1BA244A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406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2E3D-BEAC-4316-88B9-8A674E2195DB}" type="datetimeFigureOut">
              <a:rPr lang="he-IL" smtClean="0"/>
              <a:t>י"ח/אדר ב/תשע"ו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1AC3-AD5C-4C6B-93A6-E2E1BA244A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71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2E3D-BEAC-4316-88B9-8A674E2195DB}" type="datetimeFigureOut">
              <a:rPr lang="he-IL" smtClean="0"/>
              <a:t>י"ח/אדר ב/תשע"ו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1AC3-AD5C-4C6B-93A6-E2E1BA244A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439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2E3D-BEAC-4316-88B9-8A674E2195DB}" type="datetimeFigureOut">
              <a:rPr lang="he-IL" smtClean="0"/>
              <a:t>י"ח/אדר ב/תשע"ו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1AC3-AD5C-4C6B-93A6-E2E1BA244A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833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2E3D-BEAC-4316-88B9-8A674E2195DB}" type="datetimeFigureOut">
              <a:rPr lang="he-IL" smtClean="0"/>
              <a:t>י"ח/אדר ב/תשע"ו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21AC3-AD5C-4C6B-93A6-E2E1BA244A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5718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12E3D-BEAC-4316-88B9-8A674E2195DB}" type="datetimeFigureOut">
              <a:rPr lang="he-IL" smtClean="0"/>
              <a:t>י"ח/אדר ב/תשע"ו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21AC3-AD5C-4C6B-93A6-E2E1BA244A7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578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albums.timg.co.il/userfolders/207/3083711/30837112009811062.jpg?time=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" t="1356" r="1214" b="1469"/>
          <a:stretch/>
        </p:blipFill>
        <p:spPr bwMode="auto">
          <a:xfrm>
            <a:off x="2262753" y="0"/>
            <a:ext cx="751667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22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uploads1.wikiart.org/images/diego-rivera/detroit-industry-north-wal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1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upload.wikimedia.org/wikipedia/commons/7/7f/Palacio_de_Bellas_Artes_-_Mural_El_Hombre_in_cruce_de_caminos_Rivera_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34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tarbut-blog.cet.ac.il/wp-content/uploads/2013/11/%D7%93%D7%99%D7%92%D7%95-%D7%93%D7%94-%D7%9C%D7%94-%D7%A8%D7%99%D7%95%D7%95%D7%A8%D7%94-%D7%90%D7%A8%D7%A1%D7%A0%D7%9C-%D7%94%D7%A0%D7%A9%D7%A7-%D7%9E%D7%A7%D7%A1%D7%99%D7%A7%D7%95-1928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34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866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yoaview.com/Yoaview/SITE/userfiles/image/yoaView/Sites%20&amp;%20more/Center/CiteCreation%20wall%20painting/Rivera%20Mural%20National%20Palace%20Wik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84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09484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מותאם אישית</PresentationFormat>
  <Paragraphs>0</Paragraphs>
  <Slides>5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6" baseType="lpstr">
      <vt:lpstr>ערכת נושא Office</vt:lpstr>
      <vt:lpstr>מצגת של PowerPoint</vt:lpstr>
      <vt:lpstr>מצגת של PowerPoint</vt:lpstr>
      <vt:lpstr>מצגת של PowerPoint</vt:lpstr>
      <vt:lpstr>מצגת של PowerPoint</vt:lpstr>
      <vt:lpstr>מצגת של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user</dc:creator>
  <cp:lastModifiedBy>מנהל</cp:lastModifiedBy>
  <cp:revision>4</cp:revision>
  <dcterms:created xsi:type="dcterms:W3CDTF">2016-03-26T20:38:48Z</dcterms:created>
  <dcterms:modified xsi:type="dcterms:W3CDTF">2016-03-28T18:40:34Z</dcterms:modified>
</cp:coreProperties>
</file>